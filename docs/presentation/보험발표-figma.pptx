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85136"/>
            <a:ext cx="5577840" cy="2664967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216" y="2286000"/>
            <a:ext cx="285580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31220"/>
            <a:ext cx="5577840" cy="2772799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785" y="2286000"/>
            <a:ext cx="389866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015" y="2286000"/>
            <a:ext cx="2358208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324" y="2286000"/>
            <a:ext cx="4235591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28" y="2286000"/>
            <a:ext cx="5005782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6007" y="2286000"/>
            <a:ext cx="2610225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505" y="2286000"/>
            <a:ext cx="3999230" cy="306324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850" y="2286000"/>
            <a:ext cx="289453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37" y="2286000"/>
            <a:ext cx="2479765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745" y="2286000"/>
            <a:ext cx="3714750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
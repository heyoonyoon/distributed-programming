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27"/>
    <p:sldId id="300" r:id="rId28"/>
    <p:sldId id="301" r:id="rId29"/>
    <p:sldId id="297" r:id="rId30"/>
    <p:sldId id="304" r:id="rId46"/>
    <p:sldId id="298" r:id="rId31"/>
    <p:sldId id="299" r:id="rId32"/>
    <p:sldId id="285" r:id="rId33"/>
    <p:sldId id="287" r:id="rId34"/>
    <p:sldId id="288" r:id="rId35"/>
    <p:sldId id="289" r:id="rId36"/>
    <p:sldId id="290" r:id="rId37"/>
    <p:sldId id="291" r:id="rId38"/>
    <p:sldId id="292" r:id="rId39"/>
    <p:sldId id="303" r:id="rId40"/>
    <p:sldId id="283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2400" tIns="63500" rIns="152400" bIns="635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사람과 AI의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endParaRPr sz="18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설계 · 결정 · 취조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800" b="1">
                <a:solidFill>
                  <a:srgbClr val="B5793A"/>
                </a:solidFill>
                <a:latin typeface="Apple SD Gothic Neo"/>
              </a:rPr>
              <a:t>AI</a:t>
            </a:r>
          </a:p>
          <a:p>
            <a:pPr algn="l"/>
            <a:endParaRPr sz="1800" b="1">
              <a:solidFill>
                <a:srgbClr val="B5793A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구현 · 테스트 · 리팩토링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내가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쓴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AI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도구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Claude Code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설계·조율은 Opus, 구현은 Sonnet 서브에이전트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27248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 dirty="0" err="1">
                <a:solidFill>
                  <a:srgbClr val="5B5BD6"/>
                </a:solidFill>
                <a:latin typeface="Menlo"/>
              </a:rPr>
              <a:t>스킬</a:t>
            </a:r>
            <a:r>
              <a:rPr sz="1900" b="1" dirty="0">
                <a:solidFill>
                  <a:srgbClr val="5B5BD6"/>
                </a:solidFill>
                <a:latin typeface="Menlo"/>
              </a:rPr>
              <a:t>     </a:t>
            </a:r>
            <a:r>
              <a:rPr sz="1800" b="0" dirty="0">
                <a:solidFill>
                  <a:srgbClr val="1A1A1A"/>
                </a:solidFill>
                <a:latin typeface="Apple SD Gothic Neo"/>
              </a:rPr>
              <a:t>brainstorming · grill-with-docs · writing/executing-plans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51376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Codex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다른 모델로 교차 리뷰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75504"/>
            <a:ext cx="10561320" cy="868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3200" tIns="76200" rIns="177800" bIns="76200" rtlCol="0" anchor="ctr"/>
          <a:lstStyle/>
          <a:p>
            <a:pPr algn="l"/>
            <a:r>
              <a:rPr sz="1900" b="1">
                <a:solidFill>
                  <a:srgbClr val="5B5BD6"/>
                </a:solidFill>
                <a:latin typeface="Menlo"/>
              </a:rPr>
              <a:t>cmux     </a:t>
            </a:r>
            <a:r>
              <a:rPr sz="1800" b="0">
                <a:solidFill>
                  <a:srgbClr val="1A1A1A"/>
                </a:solidFill>
                <a:latin typeface="Apple SD Gothic Neo"/>
              </a:rPr>
              <a:t>프론트·백엔드 Claude를 메시지로 연결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cmux — 두 Claude를 붙이다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994" y="1691640"/>
            <a:ext cx="548353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6070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 spc="-40">
                <a:solidFill>
                  <a:srgbClr val="1A1A1A"/>
                </a:solidFill>
                <a:latin typeface="Apple SD Gothic Neo"/>
              </a:rPr>
              <a:t>프론트·백엔드 Claude를 한 화면에 띄우고, cmux로 서로</a:t>
            </a:r>
          </a:p>
          <a:p>
            <a:pPr algn="ctr"/>
            <a:r>
              <a:rPr sz="2300" b="1" spc="-40">
                <a:solidFill>
                  <a:srgbClr val="1A1A1A"/>
                </a:solidFill>
                <a:latin typeface="Apple SD Gothic Neo"/>
              </a:rPr>
              <a:t>메시지를 주고받게 했다 — 한쪽이 API를 바꾸면 다른 쪽이 맞췄다.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개발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4331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발산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brainstorming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5115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1459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취조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grill-with-docs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243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58587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계획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writing-plans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371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5715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구현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executing-plans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6499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2843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검증</a:t>
            </a:r>
          </a:p>
          <a:p>
            <a:pPr algn="ctr"/>
            <a:endParaRPr sz="2200" b="1">
              <a:solidFill>
                <a:srgbClr val="1A1A1A"/>
              </a:solidFill>
              <a:latin typeface="Apple SD Gothic Neo"/>
            </a:endParaRP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Codex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각 단계가 산출물을 남긴다 — 설계 · 용어 · 계획 · 코드 · 리뷰.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테스트 주도 개발 (TDD)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실패하는 테스트 없이는</a:t>
            </a:r>
          </a:p>
          <a:p>
            <a:pPr algn="ctr"/>
            <a:r>
              <a:rPr sz="3600" b="1" spc="-60">
                <a:solidFill>
                  <a:srgbClr val="5B5BD6"/>
                </a:solidFill>
                <a:latin typeface="Apple SD Gothic Neo"/>
              </a:rPr>
              <a:t>프로덕션 코드를 쓰지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AI가 쏟아내는 코드를 검증 없이 통과시키지 않는 장치.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Red → Green → Refactor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9524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RED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실패 테스트를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먼저 작성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8416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852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GREEN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통과시킬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최소한만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4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F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REFACTOR</a:t>
            </a:r>
          </a:p>
          <a:p>
            <a:pPr algn="ctr"/>
            <a:endParaRPr sz="2200" b="1">
              <a:solidFill>
                <a:srgbClr val="FFFFFF"/>
              </a:solidFill>
              <a:latin typeface="Menlo"/>
            </a:endParaRP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녹색 유지한 채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정리·중복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AI가 짠 코드도 이 사이클을 강제했다.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AI를 어떻게 통제했나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>
                <a:solidFill>
                  <a:srgbClr val="1A1A1A"/>
                </a:solidFill>
                <a:latin typeface="Apple SD Gothic Neo"/>
              </a:rPr>
              <a:t>AI가 짠 설계를 다이어그램·유스케이스에
대고 한 질문씩 캐물었다.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결정은 전부 사람이 내렸다.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취조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lang="en-US" altLang="ko-Kore-KR" sz="4600" b="1" spc="-100" dirty="0">
                <a:solidFill>
                  <a:srgbClr val="1A1A1A"/>
                </a:solidFill>
                <a:latin typeface="Apple SD Gothic Neo"/>
              </a:rPr>
              <a:t>—</a:t>
            </a:r>
            <a:r>
              <a:rPr lang="ko-Kore-KR" altLang="en-US"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흔들리는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용어를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잡다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endParaRPr sz="1600" b="1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취조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과한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구현을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막다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endParaRPr sz="1600" b="1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보험료를 '맞춤 계산'까지
만들려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취조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—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멋대로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늘린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걸</a:t>
            </a:r>
            <a:r>
              <a:rPr sz="46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4600" b="1" spc="-100" dirty="0" err="1">
                <a:solidFill>
                  <a:srgbClr val="1A1A1A"/>
                </a:solidFill>
                <a:latin typeface="Apple SD Gothic Neo"/>
              </a:rPr>
              <a:t>막다</a:t>
            </a:r>
            <a:endParaRPr sz="46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endParaRPr sz="1600" b="1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상태값에 CONDITIONAL을
임의로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다이어그램 3값 유지,
조건부는 심사가 책임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>
                <a:solidFill>
                  <a:srgbClr val="1A1A1A"/>
                </a:solidFill>
                <a:latin typeface="Apple SD Gothic Neo"/>
              </a:rPr>
              <a:t>한 Epic에  $39.63  ·  토큰 5,100만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</a:rPr>
              <a:t>5시간 한도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Apple SD Gothic Neo"/>
              </a:rPr>
              <a:t>96% 소진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931920"/>
            <a:ext cx="3566160" cy="128016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ctr"/>
            <a:r>
              <a:rPr sz="1600" b="1">
                <a:solidFill>
                  <a:srgbClr val="5B5BD6"/>
                </a:solidFill>
                <a:latin typeface="Apple SD Gothic Neo"/>
              </a:rPr>
              <a:t>주간 한도</a:t>
            </a:r>
          </a:p>
          <a:p>
            <a:pPr algn="ctr"/>
            <a:r>
              <a:rPr sz="3000" b="1">
                <a:solidFill>
                  <a:srgbClr val="1A1A1A"/>
                </a:solidFill>
                <a:latin typeface="Apple SD Gothic Neo"/>
              </a:rPr>
              <a:t>27%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Claude Code 한 세션이 5시간 토큰 한도를 거의 다 먹었다.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그래서 바꾼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비용을 줄이려고 습관을 바꿨다.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단순 작업은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203200" bIns="1016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리뷰 횟수
최소화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4572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AI가 선을 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endParaRPr sz="1600" b="1">
              <a:solidFill>
                <a:srgbClr val="6B7280"/>
              </a:solidFill>
              <a:latin typeface="Apple SD Gothic Neo"/>
            </a:endParaRP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git add를 넓게 잡아 frontend 전체를</a:t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엉뚱한 PR에 섞어 커밋했다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651760"/>
            <a:ext cx="4800600" cy="20116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76200" rIns="177800" bIns="76200" rtlCol="0" anchor="ctr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endParaRPr sz="1600" b="1">
              <a:solidFill>
                <a:srgbClr val="5B5BD6"/>
              </a:solidFill>
              <a:latin typeface="Apple SD Gothic Neo"/>
            </a:endParaRP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점검으로 발견 + '커밋은 사용자',</a:t>
            </a:r>
          </a:p>
          <a:p>
            <a:pPr algn="l"/>
            <a:r>
              <a:rPr sz="1900" b="1">
                <a:solidFill>
                  <a:srgbClr val="1A1A1A"/>
                </a:solidFill>
                <a:latin typeface="Apple SD Gothic Neo"/>
              </a:rPr>
              <a:t>요청 시에만' 규칙으로 경계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AI는 시키지 않은 범위까지 건드린다 — 권한 경계를 사람이 정해야 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4800" b="1" spc="-100" dirty="0">
                <a:solidFill>
                  <a:srgbClr val="FFFFFF"/>
                </a:solidFill>
                <a:latin typeface="Apple SD Gothic Neo"/>
              </a:rPr>
              <a:t>감사합니다</a:t>
            </a:r>
            <a:r>
              <a:rPr lang="en-US" altLang="ko-KR" sz="4800" b="1" spc="-100" dirty="0">
                <a:solidFill>
                  <a:srgbClr val="FFFFFF"/>
                </a:solidFill>
                <a:latin typeface="Apple SD Gothic Neo"/>
              </a:rPr>
              <a:t>.</a:t>
            </a:r>
            <a:endParaRPr sz="4800" b="1" spc="-100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100">
                <a:solidFill>
                  <a:srgbClr val="1A1A1A"/>
                </a:solidFill>
                <a:latin typeface="Apple SD Gothic Neo"/>
              </a:rPr>
              <a:t>훅 — 방법론을 매번 자동 주입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61320" cy="22860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99669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7C83B0"/>
                </a:solidFill>
                <a:latin typeface="Menlo"/>
              </a:rPr>
              <a:t>// .claude 훅 설정 (SessionStart)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nlo"/>
              </a:rPr>
              <a:t>"SessionStart": startup | clear | compact</a:t>
            </a:r>
          </a:p>
          <a:p>
            <a:pPr algn="l"/>
            <a:r>
              <a:rPr sz="1600" b="0">
                <a:solidFill>
                  <a:srgbClr val="CDBFF7"/>
                </a:solidFill>
                <a:latin typeface="Menlo"/>
              </a:rPr>
              <a:t>    → using-superpowers 스킬 규칙 자동 주입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600" b="0">
                <a:solidFill>
                  <a:srgbClr val="7C83B0"/>
                </a:solidFill>
                <a:latin typeface="Menlo"/>
              </a:rPr>
              <a:t># 브레인스토밍 · 취조 · 계획 · TDD 규칙을</a:t>
            </a:r>
          </a:p>
          <a:p>
            <a:pPr algn="l"/>
            <a:r>
              <a:rPr sz="1600" b="0">
                <a:solidFill>
                  <a:srgbClr val="7C83B0"/>
                </a:solidFill>
                <a:latin typeface="Menlo"/>
              </a:rPr>
              <a:t># 세션이 열릴 때마다 자동으로 불러온다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매번 '이렇게 일해'라고 시키지 않아도,</a:t>
            </a:r>
          </a:p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세션이 열릴 때마다 일하는 방식이 강제됐다.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1282</Words>
  <Application>Microsoft Macintosh PowerPoint</Application>
  <PresentationFormat>와이드스크린</PresentationFormat>
  <Paragraphs>303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5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9</cp:revision>
  <dcterms:created xsi:type="dcterms:W3CDTF">2013-01-27T09:14:16Z</dcterms:created>
  <dcterms:modified xsi:type="dcterms:W3CDTF">2026-06-08T16:06:47Z</dcterms:modified>
  <cp:category/>
</cp:coreProperties>
</file>
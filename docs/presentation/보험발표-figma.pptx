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9"/>
  </p:normalViewPr>
  <p:slideViewPr>
    <p:cSldViewPr snapToGrid="0" snapToObjects="1">
      <p:cViewPr varScale="1">
        <p:scale>
          <a:sx n="114" d="100"/>
          <a:sy n="114" d="100"/>
        </p:scale>
        <p:origin x="4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전체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중</a:t>
            </a:r>
            <a:r>
              <a:rPr lang="ko-KR" altLang="en-US"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시연하는</a:t>
            </a:r>
            <a:r>
              <a:rPr sz="5200" b="1" spc="-100" dirty="0">
                <a:solidFill>
                  <a:srgbClr val="1A1A1A"/>
                </a:solidFill>
                <a:latin typeface="Apple SD Gothic Neo"/>
              </a:rPr>
              <a:t> </a:t>
            </a:r>
            <a:r>
              <a:rPr sz="5200" b="1" spc="-100" dirty="0" err="1">
                <a:solidFill>
                  <a:srgbClr val="1A1A1A"/>
                </a:solidFill>
                <a:latin typeface="Apple SD Gothic Neo"/>
              </a:rPr>
              <a:t>부분</a:t>
            </a:r>
            <a:endParaRPr sz="5200" b="1" spc="-100" dirty="0">
              <a:solidFill>
                <a:srgbClr val="1A1A1A"/>
              </a:solidFill>
              <a:latin typeface="Apple SD Gothic Neo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867" y="1828800"/>
            <a:ext cx="3119784" cy="3749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" y="21031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파란 박스 = 직접 시연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3108960" cy="731520"/>
          </a:xfrm>
          <a:prstGeom prst="roundRect">
            <a:avLst>
              <a:gd name="adj" fmla="val 16000"/>
            </a:avLst>
          </a:prstGeom>
          <a:solidFill>
            <a:srgbClr val="F1F1F3"/>
          </a:solidFill>
          <a:ln w="15240">
            <a:solidFill>
              <a:srgbClr val="C9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77800" tIns="76200" rIns="177800" bIns="76200" rtlCol="0" anchor="ctr"/>
          <a:lstStyle/>
          <a:p>
            <a:pPr algn="ctr"/>
            <a:r>
              <a:rPr sz="1700" b="1">
                <a:solidFill>
                  <a:srgbClr val="6B7280"/>
                </a:solidFill>
                <a:latin typeface="Apple SD Gothic Neo"/>
              </a:rPr>
              <a:t>회색 = 시연 외(코드엔 있음)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전체 흐름 중 파란 부분만 라이브로 시연한다.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프로젝트 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B5793A"/>
                </a:solidFill>
                <a:latin typeface="Apple SD Gothic Neo"/>
              </a:rPr>
              <a:t>프론트 · React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514600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화면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보이는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9981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355848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hook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41063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97096"/>
            <a:ext cx="3017520" cy="64008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l"/>
            <a:r>
              <a:rPr sz="1700" b="1">
                <a:solidFill>
                  <a:srgbClr val="1A1A1A"/>
                </a:solidFill>
                <a:latin typeface="Menlo"/>
              </a:rPr>
              <a:t>api  </a:t>
            </a:r>
            <a:r>
              <a:rPr sz="1300" b="0">
                <a:solidFill>
                  <a:srgbClr val="6B7280"/>
                </a:solidFill>
                <a:latin typeface="Apple SD Gothic Neo"/>
              </a:rPr>
              <a:t>서버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288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spc="-30">
                <a:solidFill>
                  <a:srgbClr val="5B5BD6"/>
                </a:solidFill>
                <a:latin typeface="Apple SD Gothic Neo"/>
              </a:rPr>
              <a:t>백엔드 · Spring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514600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026664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3191256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703320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867912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domain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379976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4544568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1A1A1A"/>
                </a:solidFill>
                <a:latin typeface="Menlo"/>
              </a:rPr>
              <a:t>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5056632"/>
            <a:ext cx="8229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Apple SD Gothic Neo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5221224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 w="1778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52400" rIns="15240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Menlo"/>
              </a:rPr>
              <a:t>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2788920"/>
            <a:ext cx="4069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spc="0">
                <a:solidFill>
                  <a:srgbClr val="5B5BD6"/>
                </a:solidFill>
                <a:latin typeface="Menlo"/>
              </a:rPr>
              <a:t>DTO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38328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요청 DTO  ───────▶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160520"/>
            <a:ext cx="4434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spc="-20">
                <a:solidFill>
                  <a:srgbClr val="1A1A1A"/>
                </a:solidFill>
                <a:latin typeface="Apple SD Gothic Neo"/>
              </a:rPr>
              <a:t>◀───────  응답 DTO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754880"/>
            <a:ext cx="4251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화면과 서버가 주고받는</a:t>
            </a:r>
          </a:p>
          <a:p>
            <a:pPr algn="ctr"/>
            <a:r>
              <a:rPr sz="1400" b="0" spc="-20">
                <a:solidFill>
                  <a:srgbClr val="6B7280"/>
                </a:solidFill>
                <a:latin typeface="Apple SD Gothic Neo"/>
              </a:rPr>
              <a:t>데이터 형식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9436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프론트와 백엔드는 DTO로 데이터를 주고받는다.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따라가 볼 한 번의 클릭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spc="-30">
                <a:solidFill>
                  <a:srgbClr val="1A1A1A"/>
                </a:solidFill>
                <a:latin typeface="Apple SD Gothic Neo"/>
              </a:rPr>
              <a:t>고객이 상품 목록에서 </a:t>
            </a:r>
            <a:r>
              <a:rPr sz="2000" b="1" spc="-30">
                <a:solidFill>
                  <a:srgbClr val="5B5BD6"/>
                </a:solidFill>
                <a:latin typeface="Apple SD Gothic Neo"/>
              </a:rPr>
              <a:t>'실손기본'</a:t>
            </a:r>
            <a:r>
              <a:rPr sz="2000" b="1" spc="-30">
                <a:solidFill>
                  <a:srgbClr val="1A1A1A"/>
                </a:solidFill>
                <a:latin typeface="Apple SD Gothic Neo"/>
              </a:rPr>
              <a:t>을 클릭한다.</a:t>
            </a:r>
          </a:p>
        </p:txBody>
      </p:sp>
      <p:pic>
        <p:nvPicPr>
          <p:cNvPr id="5" name="Picture 4" descr="products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39" y="2286000"/>
            <a:ext cx="512064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6692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이 클릭 하나가 코드로 어떻게 흘러 화면까지 오는지 따라가 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버튼 클릭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①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features/contracts/ProductsView.tsx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상품 목록의 각 카드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&lt;button onClick={() =&gt; selectProduct(product.id)}&gt;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{product.productName}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&lt;/button&gt;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클릭하면 실행되는 함수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async function selectProduct(id) {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setSelectedProduct(await contractsApi.getProduct(id))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카드를 누르면 그 상품 id로 selectProduct가 실행된다.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프론트 — API 호출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②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contracts/api.ts · lib/api/httpClient.ts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api.ts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getProduct(id)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request(`/products/${id}`)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httpClient.ts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fetch(`${baseUrl}${path}`)  // baseUrl = http://localhost:8080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→ GET http://localhost:8080/products/2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프론트가 백엔드의 /products/2 로 GET 요청을 보낸다.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컨트롤러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③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web/controller/ProductController.java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@RestController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class ProductController {</a:t>
            </a:r>
          </a:p>
          <a:p>
            <a:pPr algn="l"/>
            <a:endParaRPr sz="1500" b="0">
              <a:solidFill>
                <a:srgbClr val="CDBFF7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@GetMapping("/products/{id}")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ProductDetailResponse detail(@PathVariable 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  return productService.detail(id);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컨트롤러가 요청을 받아 서비스로 넘긴다.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서비스 · 저장소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④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service/ProductService.java · repository/ProductRepository.java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@Transactional(readOnly = true)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ProductDetailResponse detail(Long id)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productRepository.findById(id)        // DB 조회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.map(ProductDetailResponse::from)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.orElseThrow(() -&gt; new IllegalArgumentException("상품을 찾을 수 없습니다."));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endParaRPr sz="1500" b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ProductRepository extends JpaRepository&lt;InsuranceProduct, Long&gt;</a:t>
            </a:r>
          </a:p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findById → SELECT * FROM insurance_product WHERE id =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서비스가 저장소로 DB에서 상품을 꺼낸다.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백엔드 — 엔티티 → 응답 DTO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spc="-20">
                <a:solidFill>
                  <a:srgbClr val="5B5BD6"/>
                </a:solidFill>
                <a:latin typeface="Apple SD Gothic Neo"/>
              </a:rPr>
              <a:t>⑤   </a:t>
            </a:r>
            <a:r>
              <a:rPr sz="1600" b="0" spc="-20">
                <a:solidFill>
                  <a:srgbClr val="6B7280"/>
                </a:solidFill>
                <a:latin typeface="Menlo"/>
              </a:rPr>
              <a:t>web/dto/ProductDetailResponse.java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10561320" cy="315468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966960" cy="2788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C83B0"/>
                </a:solidFill>
                <a:latin typeface="Menlo"/>
              </a:rPr>
              <a:t>// DB 엔티티를 화면용 데이터로 변환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static ProductDetailResponse from(InsuranceProduct product) {</a:t>
            </a:r>
          </a:p>
          <a:p>
            <a:pPr algn="l"/>
            <a:r>
              <a:rPr sz="1500" b="0">
                <a:solidFill>
                  <a:srgbClr val="CDBFF7"/>
                </a:solidFill>
                <a:latin typeface="Menlo"/>
              </a:rPr>
              <a:t>  return new ProductDetailResponse(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product.getId(), product.getProductName(),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product.getBasePremium(),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product.getCoverageItems().stream()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        .map(CoverageItemResponse::from).toList());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DB 엔티티를 그대로 노출하지 않고 응답 DTO로 변환한다.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⑥  응답이 화면에 표시된다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73736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502920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C83B0"/>
                </a:solidFill>
                <a:latin typeface="Menlo"/>
              </a:rPr>
              <a:t>// 백엔드 응답 (JSON)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{ "productName": "실손기본",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"monthlyPremium": 12000,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enlo"/>
              </a:rPr>
              <a:t>  "coverageItems": [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{"itemName":"통원치료비" …},</a:t>
            </a:r>
          </a:p>
          <a:p>
            <a:pPr algn="l"/>
            <a:r>
              <a:rPr sz="1300" b="0">
                <a:solidFill>
                  <a:srgbClr val="CDBFF7"/>
                </a:solidFill>
                <a:latin typeface="Menlo"/>
              </a:rPr>
              <a:t>    {"itemName":"입원치료비" …} ]}</a:t>
            </a:r>
          </a:p>
        </p:txBody>
      </p:sp>
      <p:pic>
        <p:nvPicPr>
          <p:cNvPr id="6" name="Picture 5" descr="products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94535"/>
            <a:ext cx="5029200" cy="3143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617720"/>
            <a:ext cx="5532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받은 데이터를 그대로 화면에</a:t>
            </a:r>
          </a:p>
          <a:p>
            <a:pPr algn="l"/>
            <a:r>
              <a:rPr sz="1700" b="1">
                <a:solidFill>
                  <a:srgbClr val="1A1A1A"/>
                </a:solidFill>
                <a:latin typeface="Apple SD Gothic Neo"/>
              </a:rPr>
              <a:t>상세·보장항목으로 렌더한다.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40">
                <a:solidFill>
                  <a:srgbClr val="1A1A1A"/>
                </a:solidFill>
                <a:latin typeface="Apple SD Gothic Neo"/>
              </a:rPr>
              <a:t>클릭 → 컨트롤러 → 서비스 → DB → DTO → 화면, 한 줄기로 흐른다.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설계 · 결정 ·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구현 · 테스트 ·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851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8811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2859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따져묻기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819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2867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8827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2875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테스트 먼저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8835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2883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설계와 결정은 사람이, 구현은 AI가 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AI가 삑사리 난 곳, 어떻게 잡았나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3444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성급하게 쪼갬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쓸모없는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17220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2940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시킨 것과 다름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정해둔 틀에서 이탈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점검으로 찾아내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용어를 섞어 씀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용어집으로 미리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986</Words>
  <Application>Microsoft Macintosh PowerPoint</Application>
  <PresentationFormat>와이드스크린</PresentationFormat>
  <Paragraphs>225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Apple SD Gothic Neo</vt:lpstr>
      <vt:lpstr>Arial</vt:lpstr>
      <vt:lpstr>Calibri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김희윤</cp:lastModifiedBy>
  <cp:revision>5</cp:revision>
  <dcterms:created xsi:type="dcterms:W3CDTF">2013-01-27T09:14:16Z</dcterms:created>
  <dcterms:modified xsi:type="dcterms:W3CDTF">2026-06-08T15:15:41Z</dcterms:modified>
  <cp:category/>
</cp:coreProperties>
</file>
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85136"/>
            <a:ext cx="5577840" cy="2664967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216" y="2286000"/>
            <a:ext cx="285580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15099"/>
            <a:ext cx="5577840" cy="28050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1785" y="2286000"/>
            <a:ext cx="389866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299" y="2286000"/>
            <a:ext cx="2339640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79681"/>
            <a:ext cx="5577840" cy="247587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282" y="2286000"/>
            <a:ext cx="4461675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384" y="2286000"/>
            <a:ext cx="2893470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282" y="2286000"/>
            <a:ext cx="4271674" cy="3063240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08" y="2286000"/>
            <a:ext cx="4645222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79" y="2286000"/>
            <a:ext cx="2517080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745" y="2286000"/>
            <a:ext cx="3714750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실제 동작하는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149" y="1874519"/>
            <a:ext cx="3693220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노란 경로가 데모에서 실제로 동작한다.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설계 · 결정 ·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pple SD Gothic Neo"/>
              </a:rPr>
              <a:t>AI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구현 · 테스트 ·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851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8811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2859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따져묻기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819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2867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8827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2875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테스트 먼저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8835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2883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설계와 결정은 사람이, 구현은 AI가 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AI가 삑사리 난 곳, 어떻게 잡았나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성급하게 쪼갬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쓸모없는 계층 분리 → 되돌림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시킨 것과 다름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정해둔 틀에서 이탈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점검으로 찾아내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용어를 섞어 씀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용어집으로 미리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
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설계대로 구현하고,</a:t>
            </a:r>
          </a:p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348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 spc="-30">
                <a:solidFill>
                  <a:srgbClr val="CDBFF7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누가 사용하나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417320" y="2331720"/>
            <a:ext cx="2286000" cy="22860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331720"/>
            <a:ext cx="2286000" cy="22860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331720"/>
            <a:ext cx="2286000" cy="22860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2588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의료보험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아플 때 — 병원비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사고 났을 때 — 수리·치료비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병원비를 보험금으로 돌려준다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11880"/>
            <a:ext cx="2834640" cy="128016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4709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1460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미만 →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29768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이상 →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 피해를 보상한다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658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02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694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438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730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보상액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2474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766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806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87842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52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75878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188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63914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224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3071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3895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636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26236"/>
            <a:ext cx="5577840" cy="2382766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216" y="2286000"/>
            <a:ext cx="285580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글자로 된 번호를 숫자로 바꾸고, 날짜 표기만 손봤다.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76564"/>
            <a:ext cx="5577840" cy="268211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1785" y="2286000"/>
            <a:ext cx="3898669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연결 구조(계약·보장 항목·하위 상품)는 그대로 4개. 번호를 숫자로 바꾸고, 보험료 계산은 아직 뼈대만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299" y="2286000"/>
            <a:ext cx="2339640" cy="306324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79681"/>
            <a:ext cx="5577840" cy="247587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자동이체 정보를 더했다.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la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269" y="2286000"/>
            <a:ext cx="4413700" cy="306324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384" y="2286000"/>
            <a:ext cx="2893470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첨부파일을 더하고, 상태를 4개 → 6개로 늘려 송금 결과까지 추적한다.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2377440"/>
            <a:ext cx="10424160" cy="192024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560320"/>
            <a:ext cx="98755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public enum ClaimStatus {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PENDING, IN_REVIEW, APPROVED, REJECTED,   // 설계 4개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COMPLETED, FAILED                         // 구현에서 추가: 송금 성공·실패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돈을 실제로 보냈는지까지 따라가려고 상태 두 개를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282" y="2286000"/>
            <a:ext cx="4271674" cy="3063240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508" y="2286000"/>
            <a:ext cx="4645222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지급 심사가 의료뿐 아니라 자동차 사고까지 맡도록 넓혔다.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acci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579" y="2286000"/>
            <a:ext cx="2517080" cy="306324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3745" y="2286000"/>
            <a:ext cx="3714750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외부 연동이 아직 가짜라, 사고 한 건 클래스는 빼고 단순화했다.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실제 동작하는 경로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4149" y="1874519"/>
            <a:ext cx="3693220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5778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노란 경로가 데모에서 실제로 동작한다.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AI를 어떻게 썼나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5B5BD6"/>
                </a:solidFill>
                <a:latin typeface="Apple SD Gothic Neo"/>
              </a:rPr>
              <a:t>사람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설계 · 결정 ·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Apple SD Gothic Neo"/>
              </a:rPr>
              <a:t>AI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구현 · 테스트 · 정리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2851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8811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2859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따져묻기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8819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12867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78827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2875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테스트 먼저 구현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8835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2883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설계와 결정은 사람이, 구현은 AI가 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AI가 삑사리 난 곳, 어떻게 잡았나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성급하게 쪼갬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쓸모없는 계층 분리 → 되돌림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7220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시킨 것과 다름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자동 배정 → 수동 배정으로 정정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정해둔 틀에서 이탈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점검으로 찾아내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용어를 섞어 씀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용어집으로 미리 차단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AI는 빠르지만, 방향은 사람이 잡았다.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51460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설계한 그대로 구현했고,</a:t>
            </a:r>
          </a:p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그 과정에서 AI를 통제했다.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
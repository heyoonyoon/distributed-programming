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설계대로 구현하고,</a:t>
            </a:r>
          </a:p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34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아플 때 — 병원비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사고 났을 때 — 수리·치료비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99" y="2286000"/>
            <a:ext cx="2862041" cy="306324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436" y="2286000"/>
            <a:ext cx="3385366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글자로 된 번호를 숫자로 바꾸고, 날짜 표기만 손봤다.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79" y="2286000"/>
            <a:ext cx="3943481" cy="306324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195" y="2286000"/>
            <a:ext cx="4539849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연결 구조(계약·보장 항목·하위 상품)는 그대로 4개. 번호를 숫자로 바꾸고, 보험료 계산은 아직 뼈대만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16" y="2286000"/>
            <a:ext cx="4911206" cy="306324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44108"/>
            <a:ext cx="5577840" cy="25470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자동이체 정보를 더했다.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049" y="2286000"/>
            <a:ext cx="3770141" cy="306324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975" y="2286000"/>
            <a:ext cx="332628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첨부파일을 더하고, 상태를 4개 → 6개로 늘려 송금 결과까지 추적한다.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40946"/>
            <a:ext cx="5577840" cy="2753347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732644"/>
            <a:ext cx="5577840" cy="2169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338" y="2286000"/>
            <a:ext cx="1623562" cy="306324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8020" y="2286000"/>
            <a:ext cx="276619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외부 연동이 아직 가짜라, 사고 한 건 클래스는 빼고 단순화했다.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전체 중 내가 시연하는 부분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867" y="1828800"/>
            <a:ext cx="3119784" cy="37490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" y="21031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파란 박스 = 직접 시연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F1F1F3"/>
          </a:solidFill>
          <a:ln w="1524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1700" b="1">
                <a:solidFill>
                  <a:srgbClr val="6B7280"/>
                </a:solidFill>
                <a:latin typeface="Apple SD Gothic Neo"/>
              </a:rPr>
              <a:t>회색 = 시연 외(코드엔 있음)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spc="-40">
                <a:solidFill>
                  <a:srgbClr val="1A1A1A"/>
                </a:solidFill>
                <a:latin typeface="Apple SD Gothic Neo"/>
              </a:rPr>
              <a:t>전체 흐름 중 파란 부분만 라이브로 시연한다.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AI를 어떻게 썼나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설계 · 결정 ·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Apple SD Gothic Neo"/>
              </a:rPr>
              <a:t>AI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구현 · 테스트 · 정리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2851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8811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2859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따져묻기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8819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12867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8827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2875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테스트 먼저 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8835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2883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설계와 결정은 사람이, 구현은 AI가 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AI가 삑사리 난 곳, 어떻게 잡았나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성급하게 쪼갬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쓸모없는 계층 분리 → 되돌림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7220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시킨 것과 다름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자동 배정 → 수동 배정으로 정정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정해둔 틀에서 이탈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점검으로 찾아내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용어를 섞어 씀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용어집으로 미리 차단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AI는 빠르지만, 방향은 사람이 잡았다.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51460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
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37384"/>
            <a:ext cx="5394960" cy="2577592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112" y="2377440"/>
            <a:ext cx="2514816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고객과 직원이 '사용자'를 물려받는 뼈대가 똑같다.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글자로 된 번호를 숫자로,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85236"/>
            <a:ext cx="5394960" cy="2681887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944" y="2377440"/>
            <a:ext cx="4731150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상품을 의료·자동차가 물려받고 보장 항목을 품는 구조가 똑같다.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번호 표기만 손봤다.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404" y="2377440"/>
            <a:ext cx="2076631" cy="269748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595" y="2377440"/>
            <a:ext cx="3729848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계약이 납부·고지서를 품는 구조가 똑같다.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81" y="2377440"/>
            <a:ext cx="4408077" cy="269748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241" y="2377440"/>
            <a:ext cx="2298556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청구를 의료·자동차가 물려받는 뼈대가 똑같다.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첨부파일을 더하고, 상태를 4개→6개로 늘려 송금 결과까지 추적.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865" y="2377440"/>
            <a:ext cx="3521710" cy="269748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058" y="2377440"/>
            <a:ext cx="2548923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심사를 가입 심사·지급 심사가 물려받는 구조가 똑같다.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74519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882" y="2377440"/>
            <a:ext cx="2183674" cy="269748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921" y="2377440"/>
            <a:ext cx="3271197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5B5BD6"/>
                </a:solidFill>
                <a:latin typeface="Apple SD Gothic Neo"/>
              </a:rPr>
              <a:t>같은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사고 건수·지급액 같은 집계 정보를 똑같이 가진다.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2000" b="1">
                <a:solidFill>
                  <a:srgbClr val="B5793A"/>
                </a:solidFill>
                <a:latin typeface="Apple SD Gothic Neo"/>
              </a:rPr>
              <a:t>다른 점</a:t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실제 동작하는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149" y="1874519"/>
            <a:ext cx="36932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
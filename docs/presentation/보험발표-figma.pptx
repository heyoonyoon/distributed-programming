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436" y="2286000"/>
            <a:ext cx="3385366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95" y="2286000"/>
            <a:ext cx="4539849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44108"/>
            <a:ext cx="5577840" cy="25470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975" y="2286000"/>
            <a:ext cx="332628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32644"/>
            <a:ext cx="5577840" cy="21699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020" y="2286000"/>
            <a:ext cx="2766198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유스케이스 중 내가 시연하는 부분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393" y="1874519"/>
            <a:ext cx="3584733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spc="-40">
                <a:solidFill>
                  <a:srgbClr val="1A1A1A"/>
                </a:solidFill>
                <a:latin typeface="Apple SD Gothic Neo"/>
              </a:rPr>
              <a:t>두 시나리오를 직접 시연한다 — ① 가입~납입, ② 보상심사~지급.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
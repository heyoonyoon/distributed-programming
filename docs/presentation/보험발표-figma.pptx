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34"/>
    <p:sldId id="300" r:id="rId48"/>
    <p:sldId id="301" r:id="rId49"/>
    <p:sldId id="297" r:id="rId28"/>
    <p:sldId id="298" r:id="rId27"/>
    <p:sldId id="299" r:id="rId47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302" r:id="rId50"/>
    <p:sldId id="294" r:id="rId44"/>
    <p:sldId id="295" r:id="rId45"/>
    <p:sldId id="296" r:id="rId46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8.xml"/><Relationship Id="rId28" Type="http://schemas.openxmlformats.org/officeDocument/2006/relationships/slide" Target="slides/slide27.xml"/><Relationship Id="rId29" Type="http://schemas.openxmlformats.org/officeDocument/2006/relationships/slide" Target="slides/slide42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6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29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화면과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화면의 버튼이 hook의 selectProduct를 호출한다.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사람과 AI의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설계 · 결정 · 취조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B5793A"/>
                </a:solidFill>
                <a:latin typeface="Apple SD Gothic Neo"/>
              </a:rPr>
              <a:t>AI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구현 · 테스트 · 리팩토링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개발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4331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발산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brainstorming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5115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1459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취조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grill-with-docs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243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58587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계획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writing-plans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371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5715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구현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executing-plans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6499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2843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검증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Codex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각 단계가 산출물을 남긴다 — 설계 · 용어 · 계획 · 코드 · 리뷰.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테스트 주도 개발 (TDD)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spc="-60">
                <a:solidFill>
                  <a:srgbClr val="1A1A1A"/>
                </a:solidFill>
                <a:latin typeface="Apple SD Gothic Neo"/>
              </a:rPr>
              <a:t>실패하는 테스트 없이는</a:t>
            </a:r>
          </a:p>
          <a:p>
            <a:pPr algn="ctr"/>
            <a:r>
              <a:rPr sz="3600" b="1" spc="-60">
                <a:solidFill>
                  <a:srgbClr val="5B5BD6"/>
                </a:solidFill>
                <a:latin typeface="Apple SD Gothic Neo"/>
              </a:rPr>
              <a:t>프로덕션 코드를 쓰지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AI가 쏟아내는 코드를 검증 없이 통과시키지 않는 장치.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Red → Green → Refactor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9524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RED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실패 테스트를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먼저 작성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8416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852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GREEN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통과시킬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최소한만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4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F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REFACTOR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녹색 유지한 채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정리·중복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AI가 짠 코드도 이 사이클을 강제했다.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AI를 어떻게 통제했나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 spc="-60">
                <a:solidFill>
                  <a:srgbClr val="1A1A1A"/>
                </a:solidFill>
                <a:latin typeface="Apple SD Gothic Neo"/>
              </a:rPr>
              <a:t>AI가 짠 설계를 다이어그램·유스케이스에
대고 한 질문씩 캐물었다.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결정은 전부 사람이 내렸다.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① — 빠뜨린 걸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17개에
'회원가입'이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회원가입을 명시적으로
추가하기로 결정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② — 흔들리는 용어를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사람을 Policyholder·
account·user로 섞어 부름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CONTEXT.md에
표준어 하나로 못박음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③ — 과한 구현을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보험료를 '맞춤 계산'까지
만들려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범위(예시만)로
되돌림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④ — 멋대로 늘린 걸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상태값에 CONDITIONAL을
임의로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다이어그램 3값 유지,
조건부는 심사가 책임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AI는 공짜가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spc="-60">
                <a:solidFill>
                  <a:srgbClr val="1A1A1A"/>
                </a:solidFill>
                <a:latin typeface="Apple SD Gothic Neo"/>
              </a:rPr>
              <a:t>한 Epic에  $39.63  ·  토큰 5,100만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돈 먹은 범인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spc="-60">
                <a:solidFill>
                  <a:srgbClr val="1A1A1A"/>
                </a:solidFill>
                <a:latin typeface="Apple SD Gothic Neo"/>
              </a:rPr>
              <a:t>코드 생성이 아니라
'긴 컨텍스트 재읽기'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캐시 읽기만 4,580만 토큰 — 전체 비용의 90%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그래서 바꾼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비용을 줄이려고 습관을 바꿨다.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664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Epic 끝나면
/clear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136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단순 작업은
Sonnet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리뷰 횟수
최소화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다중 리뷰의 두 얼굴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좋은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버그 6개를 미리 발견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6B7280"/>
                </a:solidFill>
                <a:latin typeface="Apple SD Gothic Neo"/>
              </a:rPr>
              <a:t>아쉬운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단순 작업까지 3중 리뷰
→ 비용 과다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가장 큰 실수 — 발견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300" b="1" spc="-60">
                <a:solidFill>
                  <a:srgbClr val="1A1A1A"/>
                </a:solidFill>
                <a:latin typeface="Apple SD Gothic Neo"/>
              </a:rPr>
              <a:t>자동차 사고가 직원 '심사 목록'에
끝까지 안 떴다.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왜? — 설계대로였다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유스케이스(UC09): 자동차 사고는
'접수만', 심사 큐엔 안 들어감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버그가 아니라, 내가 그렇게 설계한 것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어떻게 데모를 살렸나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동작하는 병원비 청구로 시연하고,
자동차의 한계는 정직하게 설명했다.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내가 쓴 AI 도구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Claude Code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설계·조율은 Opus, 구현은 Sonnet 서브에이전트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127248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Superpowers 스킬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brainstorming · grill-with-docs · writing/executing-plans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51376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Codex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다른 모델로 교차 리뷰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75504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none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cmux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프론트·백엔드 Claude를 메시지로 연결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cmux — 두 Claude를 붙이다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2697480"/>
            <a:ext cx="4023360" cy="13716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ctr"/>
            <a:r>
              <a:rPr sz="2000" b="1">
                <a:solidFill>
                  <a:srgbClr val="5B5BD6"/>
                </a:solidFill>
                <a:latin typeface="Apple SD Gothic Neo"/>
              </a:rPr>
              <a:t>프론트 Claude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Apple SD Gothic Neo"/>
              </a:rPr>
              <a:t>React 화면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2697480"/>
            <a:ext cx="4023360" cy="13716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ctr"/>
            <a:r>
              <a:rPr sz="2000" b="1">
                <a:solidFill>
                  <a:srgbClr val="5B5BD6"/>
                </a:solidFill>
                <a:latin typeface="Apple SD Gothic Neo"/>
              </a:rPr>
              <a:t>백엔드 Claude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Apple SD Gothic Neo"/>
              </a:rPr>
              <a:t>Spring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606040"/>
            <a:ext cx="1691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spc="40">
                <a:solidFill>
                  <a:srgbClr val="6B7280"/>
                </a:solidFill>
                <a:latin typeface="Menlo"/>
              </a:rPr>
              <a:t>cmux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607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두 Claude 세션을 cmux로 메시지 교환시켜</a:t>
            </a:r>
          </a:p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한쪽이 API를 바꾸면 다른 쪽이 받아서 맞췄다.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왜 Codex로 교차 리뷰했나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l"/>
            <a:r>
              <a:rPr sz="1800" b="1">
                <a:solidFill>
                  <a:srgbClr val="6B7280"/>
                </a:solidFill>
                <a:latin typeface="Apple SD Gothic Neo"/>
              </a:rPr>
              <a:t>같은 모델끼리 리뷰하면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맹점을 똑같이 놓친다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203200" rIns="1778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그래서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다른 모델(Codex)로 교차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마지막에 Codex로 한 번 더 봐서 Claude가 놓친 것을 잡았다.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986</Words>
  <Application>Microsoft Macintosh PowerPoint</Application>
  <PresentationFormat>와이드스크린</PresentationFormat>
  <Paragraphs>225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5</cp:revision>
  <dcterms:created xsi:type="dcterms:W3CDTF">2013-01-27T09:14:16Z</dcterms:created>
  <dcterms:modified xsi:type="dcterms:W3CDTF">2026-06-08T15:15:41Z</dcterms:modified>
  <cp:category/>
</cp:coreProperties>
</file>
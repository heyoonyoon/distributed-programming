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676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20</Words>
  <Application>Microsoft Macintosh PowerPoint</Application>
  <PresentationFormat>와이드스크린</PresentationFormat>
  <Paragraphs>20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2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김희윤</cp:lastModifiedBy>
  <cp:revision>2</cp:revision>
  <dcterms:created xsi:type="dcterms:W3CDTF">2026-06-08T11:20:36Z</dcterms:created>
  <dcterms:modified xsi:type="dcterms:W3CDTF">2026-06-08T11:35:24Z</dcterms:modified>
</cp:coreProperties>
</file>